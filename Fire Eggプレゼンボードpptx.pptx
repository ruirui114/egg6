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33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807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456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090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118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62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05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45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46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43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081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333C2-B442-4E67-B7E1-E61334DFF99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0C05C-1906-41A8-91DC-234DD68C8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59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6501384" y="4617085"/>
            <a:ext cx="5507735" cy="20854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851903" y="5180075"/>
            <a:ext cx="55138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移動 ：</a:t>
            </a:r>
            <a:r>
              <a:rPr kumimoji="1" lang="en-US" altLang="ja-JP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WASD</a:t>
            </a:r>
            <a:r>
              <a:rPr kumimoji="1" lang="ja-JP" altLang="en-US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　　　　　　</a:t>
            </a:r>
            <a:r>
              <a:rPr lang="ja-JP" altLang="en-US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視点</a:t>
            </a:r>
            <a:r>
              <a:rPr kumimoji="1" lang="ja-JP" altLang="en-US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移動　：マウス</a:t>
            </a:r>
            <a:endParaRPr kumimoji="1" lang="en-US" altLang="ja-JP" dirty="0" smtClean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endParaRPr lang="en-US" altLang="ja-JP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rPr kumimoji="1" lang="en-US" altLang="ja-JP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Boost</a:t>
            </a:r>
            <a:r>
              <a:rPr kumimoji="1" lang="ja-JP" altLang="en-US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：スペースキー　　</a:t>
            </a:r>
            <a:r>
              <a:rPr kumimoji="1" lang="en-US" altLang="ja-JP" dirty="0" err="1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SuperBoost</a:t>
            </a:r>
            <a:r>
              <a:rPr kumimoji="1" lang="ja-JP" altLang="en-US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：</a:t>
            </a:r>
            <a:r>
              <a:rPr kumimoji="1" lang="ja-JP" altLang="en-US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シフトキー</a:t>
            </a:r>
            <a:endParaRPr kumimoji="1" lang="en-US" altLang="ja-JP" dirty="0" smtClean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endParaRPr lang="en-US" altLang="ja-JP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rPr lang="ja-JP" altLang="en-US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　　　　　　　　</a:t>
            </a:r>
            <a:r>
              <a:rPr lang="en-US" altLang="ja-JP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TAB</a:t>
            </a:r>
            <a:r>
              <a:rPr lang="ja-JP" altLang="en-US" dirty="0" smtClean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キー：メニュー</a:t>
            </a:r>
            <a:endParaRPr lang="en-US" altLang="ja-JP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endParaRPr kumimoji="1" lang="ja-JP" altLang="en-US" dirty="0"/>
          </a:p>
        </p:txBody>
      </p:sp>
      <p:sp>
        <p:nvSpPr>
          <p:cNvPr id="8" name="角丸四角形 7"/>
          <p:cNvSpPr/>
          <p:nvPr/>
        </p:nvSpPr>
        <p:spPr>
          <a:xfrm>
            <a:off x="344423" y="380619"/>
            <a:ext cx="5349240" cy="17766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498506" y="615481"/>
            <a:ext cx="5141974" cy="973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Snap ITC" panose="04040A07060A02020202" pitchFamily="82" charset="0"/>
              </a:rPr>
              <a:t>Fire Egg</a:t>
            </a:r>
            <a:endParaRPr kumimoji="1" lang="ja-JP" altLang="en-US" sz="6600" dirty="0">
              <a:solidFill>
                <a:schemeClr val="accent4">
                  <a:lumMod val="60000"/>
                  <a:lumOff val="40000"/>
                </a:schemeClr>
              </a:solidFill>
              <a:latin typeface="Snap ITC" panose="04040A07060A02020202" pitchFamily="82" charset="0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8136996" y="462551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 smtClean="0"/>
              <a:t>操作方法</a:t>
            </a:r>
            <a:endParaRPr kumimoji="1" lang="ja-JP" altLang="en-US" sz="4000" dirty="0"/>
          </a:p>
        </p:txBody>
      </p:sp>
      <p:sp>
        <p:nvSpPr>
          <p:cNvPr id="16" name="角丸四角形 15"/>
          <p:cNvSpPr/>
          <p:nvPr/>
        </p:nvSpPr>
        <p:spPr>
          <a:xfrm>
            <a:off x="6851903" y="380619"/>
            <a:ext cx="5157216" cy="13925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891308" y="2522722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dirty="0"/>
              <a:t>卵</a:t>
            </a:r>
            <a:r>
              <a:rPr lang="ja-JP" altLang="en-US" sz="4400" dirty="0" smtClean="0"/>
              <a:t>を巣に戻そう！</a:t>
            </a:r>
            <a:endParaRPr kumimoji="1" lang="ja-JP" altLang="en-US" sz="4400" dirty="0"/>
          </a:p>
        </p:txBody>
      </p:sp>
      <p:pic>
        <p:nvPicPr>
          <p:cNvPr id="21" name="図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23" y="3657599"/>
            <a:ext cx="5974396" cy="3044953"/>
          </a:xfrm>
          <a:prstGeom prst="rect">
            <a:avLst/>
          </a:prstGeom>
        </p:spPr>
      </p:pic>
      <p:sp>
        <p:nvSpPr>
          <p:cNvPr id="22" name="テキスト ボックス 21"/>
          <p:cNvSpPr txBox="1"/>
          <p:nvPr/>
        </p:nvSpPr>
        <p:spPr>
          <a:xfrm>
            <a:off x="7123008" y="846036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各ステージにある卵を回収しよう</a:t>
            </a:r>
            <a:endParaRPr kumimoji="1" lang="ja-JP" altLang="en-US" sz="24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8276" y="172532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情報クリエイタ工学科２年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799687" y="1725680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石塚 琉生</a:t>
            </a:r>
            <a:endParaRPr kumimoji="1" lang="ja-JP" altLang="en-US" dirty="0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841" y="1941940"/>
            <a:ext cx="4157648" cy="25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9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23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BIZ UDP明朝 Medium</vt:lpstr>
      <vt:lpstr>游ゴシック</vt:lpstr>
      <vt:lpstr>游ゴシック Light</vt:lpstr>
      <vt:lpstr>Arial</vt:lpstr>
      <vt:lpstr>Snap ITC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GA2B</dc:creator>
  <cp:lastModifiedBy>GA2B</cp:lastModifiedBy>
  <cp:revision>21</cp:revision>
  <dcterms:created xsi:type="dcterms:W3CDTF">2026-01-29T04:45:49Z</dcterms:created>
  <dcterms:modified xsi:type="dcterms:W3CDTF">2026-02-03T05:46:48Z</dcterms:modified>
</cp:coreProperties>
</file>