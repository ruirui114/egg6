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7" d="100"/>
          <a:sy n="77" d="100"/>
        </p:scale>
        <p:origin x="5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12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9842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8390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1334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003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9177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186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2295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6626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82698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6692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BC6FD-EED2-4D61-8E2B-C7346D8F4661}" type="datetimeFigureOut">
              <a:rPr kumimoji="1" lang="ja-JP" altLang="en-US" smtClean="0"/>
              <a:t>2025/12/18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2600B-DABA-4EF8-BECE-9BE65CB534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8034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Fire Egg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 smtClean="0"/>
              <a:t>ジャンル：アクションゲーム</a:t>
            </a:r>
            <a:endParaRPr kumimoji="1" lang="en-US" altLang="ja-JP" dirty="0" smtClean="0"/>
          </a:p>
          <a:p>
            <a:r>
              <a:rPr lang="ja-JP" altLang="en-US" dirty="0"/>
              <a:t>プレイ</a:t>
            </a:r>
            <a:r>
              <a:rPr lang="ja-JP" altLang="en-US" dirty="0" smtClean="0"/>
              <a:t>人数：一人</a:t>
            </a:r>
            <a:endParaRPr lang="en-US" altLang="ja-JP" dirty="0" smtClean="0"/>
          </a:p>
          <a:p>
            <a:r>
              <a:rPr kumimoji="1" lang="ja-JP" altLang="en-US" dirty="0"/>
              <a:t>対象</a:t>
            </a:r>
            <a:r>
              <a:rPr kumimoji="1" lang="ja-JP" altLang="en-US" dirty="0" smtClean="0"/>
              <a:t>ハード：</a:t>
            </a:r>
            <a:r>
              <a:rPr kumimoji="1" lang="en-US" altLang="ja-JP" dirty="0" smtClean="0"/>
              <a:t>PC</a:t>
            </a:r>
          </a:p>
          <a:p>
            <a:r>
              <a:rPr lang="ja-JP" altLang="en-US" dirty="0"/>
              <a:t>開発</a:t>
            </a:r>
            <a:r>
              <a:rPr lang="ja-JP" altLang="en-US" dirty="0" smtClean="0"/>
              <a:t>環境：</a:t>
            </a:r>
            <a:r>
              <a:rPr lang="en-US" altLang="ja-JP" dirty="0" smtClean="0"/>
              <a:t>Unreal Engine 5</a:t>
            </a:r>
            <a:endParaRPr kumimoji="1" lang="en-US" altLang="ja-JP" dirty="0" smtClean="0"/>
          </a:p>
        </p:txBody>
      </p:sp>
    </p:spTree>
    <p:extLst>
      <p:ext uri="{BB962C8B-B14F-4D97-AF65-F5344CB8AC3E}">
        <p14:creationId xmlns:p14="http://schemas.microsoft.com/office/powerpoint/2010/main" val="119598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88025" y="219692"/>
            <a:ext cx="3528951" cy="1146773"/>
          </a:xfrm>
        </p:spPr>
        <p:txBody>
          <a:bodyPr/>
          <a:lstStyle/>
          <a:p>
            <a:r>
              <a:rPr lang="ja-JP" altLang="en-US" dirty="0"/>
              <a:t>操作方法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199407" y="1876301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/>
              <a:t>WASD</a:t>
            </a:r>
            <a:r>
              <a:rPr kumimoji="1" lang="ja-JP" altLang="en-US" dirty="0" smtClean="0"/>
              <a:t>：プレイヤー操作</a:t>
            </a:r>
            <a:endParaRPr kumimoji="1" lang="ja-JP" alt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47849" y="2303813"/>
            <a:ext cx="3339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スペースキー：上昇（</a:t>
            </a:r>
            <a:r>
              <a:rPr kumimoji="1" lang="en-US" altLang="ja-JP" dirty="0" smtClean="0"/>
              <a:t>Boost</a:t>
            </a:r>
            <a:r>
              <a:rPr kumimoji="1" lang="ja-JP" altLang="en-US" dirty="0" smtClean="0"/>
              <a:t>）</a:t>
            </a:r>
            <a:endParaRPr kumimoji="1" lang="ja-JP" altLang="en-US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1472540" y="2749138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 smtClean="0"/>
              <a:t>マウス：視点移動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30350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40377" y="365125"/>
            <a:ext cx="3003468" cy="1325563"/>
          </a:xfrm>
        </p:spPr>
        <p:txBody>
          <a:bodyPr/>
          <a:lstStyle/>
          <a:p>
            <a:r>
              <a:rPr kumimoji="1" lang="ja-JP" altLang="en-US" dirty="0" smtClean="0"/>
              <a:t>ゲーム説明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772022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37</Words>
  <Application>Microsoft Office PowerPoint</Application>
  <PresentationFormat>ワイド画面</PresentationFormat>
  <Paragraphs>10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Fire Egg</vt:lpstr>
      <vt:lpstr>操作方法</vt:lpstr>
      <vt:lpstr>ゲーム説明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Fire Egg</dc:title>
  <dc:creator>GA2B</dc:creator>
  <cp:lastModifiedBy>GA2B</cp:lastModifiedBy>
  <cp:revision>2</cp:revision>
  <dcterms:created xsi:type="dcterms:W3CDTF">2025-12-18T04:44:02Z</dcterms:created>
  <dcterms:modified xsi:type="dcterms:W3CDTF">2025-12-18T07:32:35Z</dcterms:modified>
</cp:coreProperties>
</file>